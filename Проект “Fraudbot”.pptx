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7148c47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7148c47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7148c47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7148c47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7148c474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7148c474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7148c47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7148c47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72c207a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72c207a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72c207a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72c207a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72c207a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72c207a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72c207a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72c207a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772c207a5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772c207a5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Проект “Fraudbot”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1000" y="3838775"/>
            <a:ext cx="88101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 учеником Яндекс Лицея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Блиновым Ильей Игоревичем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Fraudbot - это игровой бот для Dis</a:t>
            </a:r>
            <a:r>
              <a:rPr lang="ru"/>
              <a:t>cord. Его идея заключается в том, чтобы предоставить пользователям возможность сыграть в игры с использованием математического мышления. В некоторых играх пользователи будут соперничать с самим ботом, при этом он будет использовать алгоритмы, которые увеличат его шанс на победу.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Задачами данного проекта являются:  </a:t>
            </a:r>
            <a:endParaRPr/>
          </a:p>
          <a:p>
            <a:pPr indent="-342900" lvl="0" marL="9144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 Реализация идеи проекта.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 Обеспечение пользователям комфортного взаимодействия с ботом.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реализации (ч. 1.1)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45100" y="101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Для выполнения 1 задачи, то есть создания игр и алгоритмов, которые позволят боту соперничать с пользователями были выбраны 3 игры.</a:t>
            </a:r>
            <a:br>
              <a:rPr lang="ru"/>
            </a:br>
            <a:r>
              <a:rPr lang="ru"/>
              <a:t>Первая игра - “Быки и коровы”, она представлена в двух вариациях: одиночная игра и игра против бота. Для этой игры был создан отдельный класс, внутри него находятся функции для генерации числа, подсчета “быков” и “коров”, а также функция, которая без нарушения правил меняет число, загаданное ботом, если игрок его </a:t>
            </a:r>
            <a:r>
              <a:rPr lang="ru"/>
              <a:t>угадал или близок к этому. Эта функция используется только в игре против бота. Также внутри класса находятся 2 списка, это истории ходов бота и игрока. По ним бот выбирает, какое следующее число назвать, и одновременно с этим отслеживает попытки игрока обмануть его (сообщив объективно некорректный ответ).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Описание реализации (ч. 1.2)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Вторая игра - “Кости”. Она также представлена в двух вариациях: обычная одиночная игра и усложненная. В первом случае игрок делают ставку на то, что число выброшенное им с помощью </a:t>
            </a:r>
            <a:r>
              <a:rPr lang="ru"/>
              <a:t>псевдослучайно</a:t>
            </a:r>
            <a:r>
              <a:rPr lang="ru"/>
              <a:t> выбранного типа костей будет больше числа, выброшенного ботом. Во втором же случае на выбор игроку предоставляется несколько </a:t>
            </a:r>
            <a:r>
              <a:rPr lang="ru"/>
              <a:t>псевдо</a:t>
            </a:r>
            <a:r>
              <a:rPr lang="ru"/>
              <a:t>случайно выбранных типов костей, с </a:t>
            </a:r>
            <a:r>
              <a:rPr lang="ru"/>
              <a:t>псевдо</a:t>
            </a:r>
            <a:r>
              <a:rPr lang="ru"/>
              <a:t>случайно </a:t>
            </a:r>
            <a:r>
              <a:rPr lang="ru"/>
              <a:t>выбранными</a:t>
            </a:r>
            <a:r>
              <a:rPr lang="ru"/>
              <a:t> коэффициентами, на которые будет умножаться его ставка. Он выбирает тип костей, число и саму ставку. Так же ему всегда будет доступна “монетка” - у нее всего 2 возможных результата и стабильный коэффициент 2, но ее нельзя выбрать два раза подряд. Обе эти игры являются одиночными и не используют специальных алгоритмов, так как бот не совершает выбора. Даже в первом случае число, “выброшенное ботом” - псевдослучайно выбранное число.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Описание реализации (ч. 1.3)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игра - “Камень-ножницы-бумага”. В этой игре пользователю противостоит бот. Игра не заканчивается после 3 побед, а продолжается до команды “/стоп”. Бот записывает ходы игрока в список и проверяет нахождение последовательности последних фигур, выбранных игроком, длиной от 2 до 4, в списке. После этого он проверяет, какую после этой последовательности фигуру выбирал игрок чаще всего, и отвечает фигурой, которая принесет победу, если игрок выберет ту же фигуру, что и раньше. Если таких последовательностей еще не было, или было совершено менее 3 ходов, бот выбирает псевдослучайную фигуру.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В конце игры, после команды “/стоп”, выводится счет бота и игрока.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реализации (ч. 2.1)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01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Главным условием для решения 2 задачи (</a:t>
            </a:r>
            <a:r>
              <a:rPr lang="ru"/>
              <a:t>комфортное взаимодействие с ботом)</a:t>
            </a:r>
            <a:r>
              <a:rPr lang="ru"/>
              <a:t> я поставил предоставление пользователю возможности прервать взаимодействие с ботом в любой момент. Для этого была введена команда “/стоп”.  Если пользователь отправляет ее во время игры на том же канале, где она идет, бот останавливает игру и оповещает об этом. Если пользователь отправляет ее во время игры, но на другом канале, бот также останавливает ее и отправляет общее сообщение на том канале, где была </a:t>
            </a:r>
            <a:r>
              <a:rPr lang="ru"/>
              <a:t>отправлена </a:t>
            </a:r>
            <a:r>
              <a:rPr lang="ru"/>
              <a:t>команд</a:t>
            </a:r>
            <a:r>
              <a:rPr lang="ru"/>
              <a:t>а. После того, как пользователь вернется на канал, где была запущена игра, бот снова отправит сообщение и в случае, например, игры “Камень-ножницы-бумага”, выведет счет. Если же у пользователя нет процессов взаимодействия с ботом, и он отправил команду “/стоп”, то бот никак на нее не отреагирует.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Описание реализации (ч. 2.2)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Кроме этого условия, в ходе решения данной задачи каждое сообщение во время игрового процесса было дополнено идентификатором того пользователя, которому это сообщение адресуется. Это было сделано для того, чтобы избежать путаницы при взаимодействии с ботом на общем канале сразу нескольких пользователей. Для этого же при </a:t>
            </a:r>
            <a:r>
              <a:rPr lang="ru"/>
              <a:t>первом знакомстве с </a:t>
            </a:r>
            <a:r>
              <a:rPr lang="ru"/>
              <a:t>пользователем ему отправляется сообщение в приватный канал. Оно уведомляет его о том, что взаимодействовать с ботом можно как в приватном канале, так и в общем. Кроме этого сообщения, при первом знакомстве пользователю отправляется сообщение со списком возможных команд и их описание, а также приветствие.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Описание реализации (ч. 2.3)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977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Последними штрихами в выполнении второй задачи оказались следующими: оповещение пользователей при перезапуске бота, невозможность запустить более одного процесса взаимодействия с ботом одновременно и невмешательство. Последнее заключается в том, что пока игрок не взаимодействует с ботом, тот не будет реагировать на его сообщения, если они не являются командами. Все команды начинаются с префикса “/” и пишутся строчной кириллицей, а для длинных команд предусмотрены их короткие версии. Например команда “/камень-ножницы-бумага” </a:t>
            </a:r>
            <a:r>
              <a:rPr lang="ru"/>
              <a:t>эквивалентна</a:t>
            </a:r>
            <a:r>
              <a:rPr lang="ru"/>
              <a:t> команде “/кнб”.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865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Проект “Fraudbot” не просто позволяет сыграть в необычные игры, но и может сделать их более интересными благодаря полноценному противнику.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В дальнейшем проект может расширяться за счет добавления новых игр или других функций, например цитат из книг, связанных с теорией игр. Кроме того возможна реализация соперничества игроков друг с другом, а не только с ботом. Проект на данном этапе является надежным каркасом с отлаженным интерфейсом. Его название “Fraudbot” переводится как “Бот-обманщик”, подразумевая использование алгоритмов для победы в играх. В основном эти алгоритмы, не испытывая затруднений, способны использовать только программы. Но несмотря на это игрок все еще может победить, иногда даже используя уязвимости этих самых алгоритмов.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11708" y="820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